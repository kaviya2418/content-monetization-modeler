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07" r:id="rId6"/>
    <p:sldId id="278" r:id="rId7"/>
    <p:sldId id="309" r:id="rId8"/>
    <p:sldId id="310" r:id="rId9"/>
    <p:sldId id="311" r:id="rId10"/>
    <p:sldId id="336" r:id="rId11"/>
    <p:sldId id="337" r:id="rId12"/>
    <p:sldId id="339" r:id="rId13"/>
    <p:sldId id="340" r:id="rId14"/>
    <p:sldId id="341" r:id="rId15"/>
    <p:sldId id="33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B5EBE9-881D-4E4B-ACE2-DE142369D8BB}">
          <p14:sldIdLst>
            <p14:sldId id="317"/>
            <p14:sldId id="307"/>
            <p14:sldId id="278"/>
            <p14:sldId id="309"/>
          </p14:sldIdLst>
        </p14:section>
        <p14:section name="Untitled Section" id="{E358702B-876B-431F-BDA3-198D097F35E2}">
          <p14:sldIdLst>
            <p14:sldId id="310"/>
            <p14:sldId id="311"/>
            <p14:sldId id="336"/>
            <p14:sldId id="337"/>
            <p14:sldId id="339"/>
            <p14:sldId id="340"/>
            <p14:sldId id="341"/>
          </p14:sldIdLst>
        </p14:section>
        <p14:section name="Untitled Section" id="{98E7950D-ABB9-4F82-BDBD-5CD47267ACA2}">
          <p14:sldIdLst>
            <p14:sldId id="3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D95041-58B7-4C36-8DF6-4434CF19F005}" v="52" dt="2026-02-04T22:46:35.936"/>
    <p1510:client id="{DD2915FC-698E-4CF7-B11E-BD751310AAF6}" v="11" dt="2026-02-05T05:04:34.112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95405" autoAdjust="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YA V" userId="8c978ecb68daf9e5" providerId="LiveId" clId="{453FF81D-1174-44C2-9719-897CB9ADC040}"/>
    <pc:docChg chg="undo custSel addSld modSld modSection">
      <pc:chgData name="KAVIYA V" userId="8c978ecb68daf9e5" providerId="LiveId" clId="{453FF81D-1174-44C2-9719-897CB9ADC040}" dt="2026-02-05T05:06:34.844" v="264" actId="1076"/>
      <pc:docMkLst>
        <pc:docMk/>
      </pc:docMkLst>
      <pc:sldChg chg="modSp mod">
        <pc:chgData name="KAVIYA V" userId="8c978ecb68daf9e5" providerId="LiveId" clId="{453FF81D-1174-44C2-9719-897CB9ADC040}" dt="2026-02-05T05:05:57.381" v="262" actId="5793"/>
        <pc:sldMkLst>
          <pc:docMk/>
          <pc:sldMk cId="586478555" sldId="307"/>
        </pc:sldMkLst>
        <pc:spChg chg="mod">
          <ac:chgData name="KAVIYA V" userId="8c978ecb68daf9e5" providerId="LiveId" clId="{453FF81D-1174-44C2-9719-897CB9ADC040}" dt="2026-02-05T05:05:57.381" v="262" actId="5793"/>
          <ac:spMkLst>
            <pc:docMk/>
            <pc:sldMk cId="586478555" sldId="307"/>
            <ac:spMk id="3" creationId="{62E41F20-E097-884A-DFAB-2BBB317D3FC4}"/>
          </ac:spMkLst>
        </pc:spChg>
      </pc:sldChg>
      <pc:sldChg chg="addSp delSp modSp mod">
        <pc:chgData name="KAVIYA V" userId="8c978ecb68daf9e5" providerId="LiveId" clId="{453FF81D-1174-44C2-9719-897CB9ADC040}" dt="2026-02-05T03:08:05.891" v="55" actId="1076"/>
        <pc:sldMkLst>
          <pc:docMk/>
          <pc:sldMk cId="3092514776" sldId="336"/>
        </pc:sldMkLst>
        <pc:spChg chg="add del mod">
          <ac:chgData name="KAVIYA V" userId="8c978ecb68daf9e5" providerId="LiveId" clId="{453FF81D-1174-44C2-9719-897CB9ADC040}" dt="2026-02-05T03:07:59.671" v="53" actId="22"/>
          <ac:spMkLst>
            <pc:docMk/>
            <pc:sldMk cId="3092514776" sldId="336"/>
            <ac:spMk id="3" creationId="{E8F79E4E-4D57-5E12-CA68-23E079475B7E}"/>
          </ac:spMkLst>
        </pc:spChg>
        <pc:spChg chg="mod">
          <ac:chgData name="KAVIYA V" userId="8c978ecb68daf9e5" providerId="LiveId" clId="{453FF81D-1174-44C2-9719-897CB9ADC040}" dt="2026-02-05T03:07:26.778" v="52" actId="20577"/>
          <ac:spMkLst>
            <pc:docMk/>
            <pc:sldMk cId="3092514776" sldId="336"/>
            <ac:spMk id="6" creationId="{CC8EFDC8-3452-7884-E0C4-78231B3A3102}"/>
          </ac:spMkLst>
        </pc:spChg>
        <pc:picChg chg="add mod ord">
          <ac:chgData name="KAVIYA V" userId="8c978ecb68daf9e5" providerId="LiveId" clId="{453FF81D-1174-44C2-9719-897CB9ADC040}" dt="2026-02-05T03:08:05.891" v="55" actId="1076"/>
          <ac:picMkLst>
            <pc:docMk/>
            <pc:sldMk cId="3092514776" sldId="336"/>
            <ac:picMk id="4" creationId="{4F760E4B-9B7D-BAED-C137-1F7D30EC914D}"/>
          </ac:picMkLst>
        </pc:picChg>
        <pc:picChg chg="del">
          <ac:chgData name="KAVIYA V" userId="8c978ecb68daf9e5" providerId="LiveId" clId="{453FF81D-1174-44C2-9719-897CB9ADC040}" dt="2026-02-04T22:49:42.039" v="0" actId="478"/>
          <ac:picMkLst>
            <pc:docMk/>
            <pc:sldMk cId="3092514776" sldId="336"/>
            <ac:picMk id="9" creationId="{4C5FED1D-C2C3-3ED3-0C16-F5CF86583DC7}"/>
          </ac:picMkLst>
        </pc:picChg>
      </pc:sldChg>
      <pc:sldChg chg="addSp delSp modSp mod">
        <pc:chgData name="KAVIYA V" userId="8c978ecb68daf9e5" providerId="LiveId" clId="{453FF81D-1174-44C2-9719-897CB9ADC040}" dt="2026-02-05T03:14:01.531" v="121" actId="1076"/>
        <pc:sldMkLst>
          <pc:docMk/>
          <pc:sldMk cId="1324105955" sldId="337"/>
        </pc:sldMkLst>
        <pc:spChg chg="del mod">
          <ac:chgData name="KAVIYA V" userId="8c978ecb68daf9e5" providerId="LiveId" clId="{453FF81D-1174-44C2-9719-897CB9ADC040}" dt="2026-02-05T03:13:20.615" v="116" actId="478"/>
          <ac:spMkLst>
            <pc:docMk/>
            <pc:sldMk cId="1324105955" sldId="337"/>
            <ac:spMk id="7" creationId="{49EED3D2-CC8A-17B2-6666-AC145F7E5410}"/>
          </ac:spMkLst>
        </pc:spChg>
        <pc:spChg chg="mod">
          <ac:chgData name="KAVIYA V" userId="8c978ecb68daf9e5" providerId="LiveId" clId="{453FF81D-1174-44C2-9719-897CB9ADC040}" dt="2026-02-05T03:10:23.292" v="93" actId="11"/>
          <ac:spMkLst>
            <pc:docMk/>
            <pc:sldMk cId="1324105955" sldId="337"/>
            <ac:spMk id="8" creationId="{7BA50486-A0AC-AC6E-ABBC-C93658B2ABAD}"/>
          </ac:spMkLst>
        </pc:spChg>
        <pc:picChg chg="add del mod">
          <ac:chgData name="KAVIYA V" userId="8c978ecb68daf9e5" providerId="LiveId" clId="{453FF81D-1174-44C2-9719-897CB9ADC040}" dt="2026-02-05T03:12:24.266" v="108" actId="22"/>
          <ac:picMkLst>
            <pc:docMk/>
            <pc:sldMk cId="1324105955" sldId="337"/>
            <ac:picMk id="3" creationId="{2FAE036E-6221-BF52-6B56-B389643D596D}"/>
          </ac:picMkLst>
        </pc:picChg>
        <pc:picChg chg="add del mod">
          <ac:chgData name="KAVIYA V" userId="8c978ecb68daf9e5" providerId="LiveId" clId="{453FF81D-1174-44C2-9719-897CB9ADC040}" dt="2026-02-05T03:13:18.128" v="115" actId="478"/>
          <ac:picMkLst>
            <pc:docMk/>
            <pc:sldMk cId="1324105955" sldId="337"/>
            <ac:picMk id="6" creationId="{9A4850EC-F546-8CBD-B135-99029AD9A7F0}"/>
          </ac:picMkLst>
        </pc:picChg>
        <pc:picChg chg="add del mod">
          <ac:chgData name="KAVIYA V" userId="8c978ecb68daf9e5" providerId="LiveId" clId="{453FF81D-1174-44C2-9719-897CB9ADC040}" dt="2026-02-05T03:14:01.531" v="121" actId="1076"/>
          <ac:picMkLst>
            <pc:docMk/>
            <pc:sldMk cId="1324105955" sldId="337"/>
            <ac:picMk id="9" creationId="{AEB06CF4-0EFC-F9B1-BFA9-8972DBC96C5C}"/>
          </ac:picMkLst>
        </pc:picChg>
      </pc:sldChg>
      <pc:sldChg chg="addSp delSp modSp new mod">
        <pc:chgData name="KAVIYA V" userId="8c978ecb68daf9e5" providerId="LiveId" clId="{453FF81D-1174-44C2-9719-897CB9ADC040}" dt="2026-02-05T03:21:22.680" v="153" actId="1076"/>
        <pc:sldMkLst>
          <pc:docMk/>
          <pc:sldMk cId="2514707234" sldId="339"/>
        </pc:sldMkLst>
        <pc:spChg chg="del">
          <ac:chgData name="KAVIYA V" userId="8c978ecb68daf9e5" providerId="LiveId" clId="{453FF81D-1174-44C2-9719-897CB9ADC040}" dt="2026-02-05T03:14:27.971" v="123" actId="478"/>
          <ac:spMkLst>
            <pc:docMk/>
            <pc:sldMk cId="2514707234" sldId="339"/>
            <ac:spMk id="2" creationId="{93F0965F-7F88-A6ED-5677-84D9813F5A6C}"/>
          </ac:spMkLst>
        </pc:spChg>
        <pc:spChg chg="mod">
          <ac:chgData name="KAVIYA V" userId="8c978ecb68daf9e5" providerId="LiveId" clId="{453FF81D-1174-44C2-9719-897CB9ADC040}" dt="2026-02-05T03:15:56.165" v="150" actId="20577"/>
          <ac:spMkLst>
            <pc:docMk/>
            <pc:sldMk cId="2514707234" sldId="339"/>
            <ac:spMk id="3" creationId="{A6A6934C-50E1-A2B2-3F7E-A5B342408118}"/>
          </ac:spMkLst>
        </pc:spChg>
        <pc:spChg chg="del mod">
          <ac:chgData name="KAVIYA V" userId="8c978ecb68daf9e5" providerId="LiveId" clId="{453FF81D-1174-44C2-9719-897CB9ADC040}" dt="2026-02-05T03:21:16.716" v="151" actId="22"/>
          <ac:spMkLst>
            <pc:docMk/>
            <pc:sldMk cId="2514707234" sldId="339"/>
            <ac:spMk id="4" creationId="{E884C7EE-5CC8-AB4B-F3AA-AE486644245C}"/>
          </ac:spMkLst>
        </pc:spChg>
        <pc:picChg chg="add mod ord">
          <ac:chgData name="KAVIYA V" userId="8c978ecb68daf9e5" providerId="LiveId" clId="{453FF81D-1174-44C2-9719-897CB9ADC040}" dt="2026-02-05T03:21:22.680" v="153" actId="1076"/>
          <ac:picMkLst>
            <pc:docMk/>
            <pc:sldMk cId="2514707234" sldId="339"/>
            <ac:picMk id="7" creationId="{0D1F22EC-AB3D-E18C-1F42-B17E27A53754}"/>
          </ac:picMkLst>
        </pc:picChg>
      </pc:sldChg>
      <pc:sldChg chg="addSp delSp modSp new mod">
        <pc:chgData name="KAVIYA V" userId="8c978ecb68daf9e5" providerId="LiveId" clId="{453FF81D-1174-44C2-9719-897CB9ADC040}" dt="2026-02-05T05:06:28.820" v="263" actId="14100"/>
        <pc:sldMkLst>
          <pc:docMk/>
          <pc:sldMk cId="4238767483" sldId="340"/>
        </pc:sldMkLst>
        <pc:spChg chg="del">
          <ac:chgData name="KAVIYA V" userId="8c978ecb68daf9e5" providerId="LiveId" clId="{453FF81D-1174-44C2-9719-897CB9ADC040}" dt="2026-02-05T04:15:54.707" v="155" actId="478"/>
          <ac:spMkLst>
            <pc:docMk/>
            <pc:sldMk cId="4238767483" sldId="340"/>
            <ac:spMk id="2" creationId="{1CCE390A-0380-030A-BBB2-E04C156AEF95}"/>
          </ac:spMkLst>
        </pc:spChg>
        <pc:spChg chg="del mod">
          <ac:chgData name="KAVIYA V" userId="8c978ecb68daf9e5" providerId="LiveId" clId="{453FF81D-1174-44C2-9719-897CB9ADC040}" dt="2026-02-05T04:17:01.043" v="161" actId="22"/>
          <ac:spMkLst>
            <pc:docMk/>
            <pc:sldMk cId="4238767483" sldId="340"/>
            <ac:spMk id="3" creationId="{09A03682-1909-4390-52EA-EFE3DA2A67F1}"/>
          </ac:spMkLst>
        </pc:spChg>
        <pc:spChg chg="del mod">
          <ac:chgData name="KAVIYA V" userId="8c978ecb68daf9e5" providerId="LiveId" clId="{453FF81D-1174-44C2-9719-897CB9ADC040}" dt="2026-02-05T04:17:33.457" v="165" actId="22"/>
          <ac:spMkLst>
            <pc:docMk/>
            <pc:sldMk cId="4238767483" sldId="340"/>
            <ac:spMk id="4" creationId="{88244A98-D478-BF63-3EDD-0839AA1FAA17}"/>
          </ac:spMkLst>
        </pc:spChg>
        <pc:picChg chg="add mod ord">
          <ac:chgData name="KAVIYA V" userId="8c978ecb68daf9e5" providerId="LiveId" clId="{453FF81D-1174-44C2-9719-897CB9ADC040}" dt="2026-02-05T05:06:28.820" v="263" actId="14100"/>
          <ac:picMkLst>
            <pc:docMk/>
            <pc:sldMk cId="4238767483" sldId="340"/>
            <ac:picMk id="7" creationId="{896CD399-7381-59F3-F885-78C1A6A5E2C0}"/>
          </ac:picMkLst>
        </pc:picChg>
        <pc:picChg chg="add mod ord">
          <ac:chgData name="KAVIYA V" userId="8c978ecb68daf9e5" providerId="LiveId" clId="{453FF81D-1174-44C2-9719-897CB9ADC040}" dt="2026-02-05T04:17:33.457" v="165" actId="22"/>
          <ac:picMkLst>
            <pc:docMk/>
            <pc:sldMk cId="4238767483" sldId="340"/>
            <ac:picMk id="9" creationId="{DC66DC83-081F-1CD5-9A16-92F8E0747D92}"/>
          </ac:picMkLst>
        </pc:picChg>
      </pc:sldChg>
      <pc:sldChg chg="addSp delSp modSp new mod">
        <pc:chgData name="KAVIYA V" userId="8c978ecb68daf9e5" providerId="LiveId" clId="{453FF81D-1174-44C2-9719-897CB9ADC040}" dt="2026-02-05T05:06:34.844" v="264" actId="1076"/>
        <pc:sldMkLst>
          <pc:docMk/>
          <pc:sldMk cId="361785277" sldId="341"/>
        </pc:sldMkLst>
        <pc:spChg chg="del">
          <ac:chgData name="KAVIYA V" userId="8c978ecb68daf9e5" providerId="LiveId" clId="{453FF81D-1174-44C2-9719-897CB9ADC040}" dt="2026-02-05T04:18:25.066" v="167" actId="478"/>
          <ac:spMkLst>
            <pc:docMk/>
            <pc:sldMk cId="361785277" sldId="341"/>
            <ac:spMk id="2" creationId="{08CF57CF-4145-58BC-E280-1FCD98E4FDF7}"/>
          </ac:spMkLst>
        </pc:spChg>
        <pc:spChg chg="mod">
          <ac:chgData name="KAVIYA V" userId="8c978ecb68daf9e5" providerId="LiveId" clId="{453FF81D-1174-44C2-9719-897CB9ADC040}" dt="2026-02-05T04:20:01.716" v="185" actId="255"/>
          <ac:spMkLst>
            <pc:docMk/>
            <pc:sldMk cId="361785277" sldId="341"/>
            <ac:spMk id="3" creationId="{95C6D98D-5FB8-66A6-CA0D-6D0E0F6789E9}"/>
          </ac:spMkLst>
        </pc:spChg>
        <pc:spChg chg="del mod">
          <ac:chgData name="KAVIYA V" userId="8c978ecb68daf9e5" providerId="LiveId" clId="{453FF81D-1174-44C2-9719-897CB9ADC040}" dt="2026-02-05T04:20:32.180" v="186" actId="22"/>
          <ac:spMkLst>
            <pc:docMk/>
            <pc:sldMk cId="361785277" sldId="341"/>
            <ac:spMk id="4" creationId="{A51A74A2-200A-7749-B916-DF275F03DD35}"/>
          </ac:spMkLst>
        </pc:spChg>
        <pc:picChg chg="add mod ord">
          <ac:chgData name="KAVIYA V" userId="8c978ecb68daf9e5" providerId="LiveId" clId="{453FF81D-1174-44C2-9719-897CB9ADC040}" dt="2026-02-05T05:06:34.844" v="264" actId="1076"/>
          <ac:picMkLst>
            <pc:docMk/>
            <pc:sldMk cId="361785277" sldId="341"/>
            <ac:picMk id="7" creationId="{0901FEFC-479F-3975-A911-7600F5BD4EC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b="1" dirty="0"/>
              <a:t>Content Monetization Modeler</a:t>
            </a:r>
            <a:br>
              <a:rPr lang="en-US" dirty="0"/>
            </a:br>
            <a:r>
              <a:rPr lang="en-US" sz="2000" i="1" dirty="0"/>
              <a:t>YouTube Ad Revenue Prediction Using Machine Learning</a:t>
            </a:r>
            <a:endParaRPr lang="en-US" sz="2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57EC7D-1336-F125-5810-7EA2C3513C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Kaviya V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Code: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DS-S-WD-T-B94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Science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2E41F20-E097-884A-DFAB-2BBB317D3F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44467" y="1382851"/>
            <a:ext cx="3570208" cy="39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 Overview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altLang="en-US" sz="1400" b="1" i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  <a:endParaRPr lang="en-US" altLang="en-US" sz="1400" b="1" i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Overview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Insights, Recommendations, Conclusion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&amp; 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7ACFF-0E46-FCB0-3651-E52DED1EDB3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Executive Summary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predicting YouTube ad revenue using machine learning techniques based on video performance and engagement metrics.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helps content creators and media companies understand revenue patterns and optimize content strategy.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Python for data processing, machine learning for prediction,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interactive visualization.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B2CEC4-3E5E-79C7-BA00-7A2D6E3151E4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Project Objective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machine learning model to predict YouTube ad revenue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video performance and engagement factors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features influencing revenue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interactive web application for predictions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content monetization decisions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7BCD86C0-DCDD-D7FD-2B6D-39247E799EE6}"/>
              </a:ext>
            </a:extLst>
          </p:cNvPr>
          <p:cNvSpPr txBox="1">
            <a:spLocks/>
          </p:cNvSpPr>
          <p:nvPr/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8FB4751-880F-D840-AAA9-3A15815CC996}" type="slidenum">
              <a:rPr lang="en-US" sz="2400" b="1" smtClean="0">
                <a:latin typeface="+mj-lt"/>
              </a:rPr>
              <a:pPr algn="ctr"/>
              <a:t>3</a:t>
            </a:fld>
            <a:endParaRPr lang="en-US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20FEB-AAB9-ADE3-A66B-FA0BDC54F9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4125714"/>
          </a:xfrm>
        </p:spPr>
        <p:txBody>
          <a:bodyPr>
            <a:noAutofit/>
          </a:bodyPr>
          <a:lstStyle/>
          <a:p>
            <a:r>
              <a:rPr lang="en-I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Dataset Description</a:t>
            </a:r>
          </a:p>
          <a:p>
            <a:endParaRPr lang="en-IN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YouTube monetization dataset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a video’s daily performance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numerical and categorical features</a:t>
            </a:r>
          </a:p>
          <a:p>
            <a:pPr>
              <a:lnSpc>
                <a:spcPct val="12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views, likes, comments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watch_time_minutes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video_length_minutes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category, device, country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ad_revenue_usd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(Target Variable)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1200" dirty="0"/>
            </a:br>
            <a:endParaRPr lang="en-IN" sz="1200" dirty="0"/>
          </a:p>
          <a:p>
            <a:endParaRPr lang="en-IN" sz="1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B854B6-7256-6D23-8874-E6FCE497947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I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Tools &amp; Technologies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Data cleaning, feature engineering, modelling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&amp; NumPy – Data manipulation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&amp; Matplotlib – Visualization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– Machine learning models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Web application deployment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977BB-5AEB-CF1C-3766-AB03FE06521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19047" y="1299335"/>
            <a:ext cx="4576953" cy="48576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 Overview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Load raw dataset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Clean and preprocess data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Perform exploratory data analysis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Feature engineering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Train and evaluate models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Select the best model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Deploy model using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600" b="1" i="1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</a:t>
            </a:r>
            <a:r>
              <a:rPr kumimoji="0" lang="en-IN" sz="1100" b="1" i="1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IN" sz="1600" b="1" i="1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Exploratory Data Analysis (EDA)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hecked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missing values and duplicates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Analyzed distribution of numerical features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Studied trends across date, category, device, and country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Performed correlation analysis with the target variable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Visualized revenue distribution and patterns</a:t>
            </a:r>
          </a:p>
          <a:p>
            <a:pPr>
              <a:lnSpc>
                <a:spcPct val="10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2F7AF6-F5F0-E936-CBF9-76F24760827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04013" y="1299335"/>
            <a:ext cx="4106688" cy="387705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 Feature Engineering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Created engagement-based features:</a:t>
            </a: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Engagement Rate</a:t>
            </a: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Likes per View</a:t>
            </a: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Comments per View</a:t>
            </a:r>
          </a:p>
          <a:p>
            <a:pPr marL="400050" marR="0" lvl="0" indent="-4000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Watch Time Ratio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Encoded categorical variables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Scaled numerical features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Prepared final dataset for modeling</a:t>
            </a:r>
            <a:b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AFC2F7-5494-F41E-2878-00F3CD0F7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73393" y="977228"/>
            <a:ext cx="4576953" cy="387705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8. Model Building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One-to-many relationships created from dimensions to the fact table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Train-test split (80% training, 20% testing)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Tested multiple regression models: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Linear Regression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Ridge Regression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Lasso Regression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Random Forest Regressor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43E34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Gradient Boosting Regressor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543E3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EB68E96-969F-C569-707D-70F73D31BFB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08586" y="977228"/>
            <a:ext cx="4576953" cy="519743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Model Evaluation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Used: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Squared Error (RMSE)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Absolute Error (MAE)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all models using metrics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Regressor achieved the best performance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as the final model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EFDC8-3452-7884-E0C4-78231B3A310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6783" y="1058344"/>
            <a:ext cx="4576953" cy="517530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Overview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provides an interactive interface for users to explore data, predict revenue, and understand model insights. </a:t>
            </a:r>
          </a:p>
          <a:p>
            <a:pPr>
              <a:lnSpc>
                <a:spcPct val="120000"/>
              </a:lnSpc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project title and description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objective of predicting YouTube ad revenue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key features of the application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the technology stack used</a:t>
            </a:r>
          </a:p>
          <a:p>
            <a:pPr>
              <a:lnSpc>
                <a:spcPct val="120000"/>
              </a:lnSpc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Panel: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Prediction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Dashboard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Insights</a:t>
            </a:r>
            <a:endParaRPr lang="en-IN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24F7A-D01D-5227-0161-DF0F840C1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760E4B-9B7D-BAED-C137-1F7D30EC914D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623342" y="1288026"/>
            <a:ext cx="5881875" cy="398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14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BA50486-A0AC-AC6E-ABBC-C93658B2ABA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31110" y="1567164"/>
            <a:ext cx="4486066" cy="3356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Prediction Page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video performance details: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 Time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Length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automatically calculates engagement features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predicts estimated ad revenue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31463-A522-5139-226B-781D0B238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AEB06CF4-0EFC-F9B1-BFA9-8972DBC96C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57871" y="1950869"/>
            <a:ext cx="5881875" cy="258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05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6934C-50E1-A2B2-3F7E-A5B34240811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0589" y="1400015"/>
            <a:ext cx="4227872" cy="3904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Dashboard Page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Tab: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select numerical features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shows the relationship between variables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Tab: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select any metric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displays its distribution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Tab: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select Category / Device / Country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bar chart shows revenue trends</a:t>
            </a:r>
          </a:p>
          <a:p>
            <a:pPr marL="0" indent="0"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1F22EC-AB3D-E18C-1F42-B17E27A5375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790357" y="1002493"/>
            <a:ext cx="4454856" cy="485301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A5476-8412-D1FA-17F0-837F658E9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707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6CD399-7381-59F3-F885-78C1A6A5E2C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58760" y="924232"/>
            <a:ext cx="5142005" cy="501936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C66DC83-081F-1CD5-9A16-92F8E0747D9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6069950" y="923925"/>
            <a:ext cx="5046375" cy="501967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CB650-FAA0-F92D-1131-20405C4C6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67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6D98D-5FB8-66A6-CA0D-6D0E0F6789E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307690"/>
            <a:ext cx="4060724" cy="4635910"/>
          </a:xfrm>
        </p:spPr>
        <p:txBody>
          <a:bodyPr/>
          <a:lstStyle/>
          <a:p>
            <a:pPr marL="0" indent="0">
              <a:buNone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Insights Page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best-performing model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Top 10 features influencing ad revenue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Summarizes key findings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business impact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Application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 interface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decisions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creators estimate earnings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visual analytics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901FEFC-479F-3975-A911-7600F5BD4EC7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207818" y="1780945"/>
            <a:ext cx="5525271" cy="329611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45ADE-AFF5-1E27-0103-0EF379B42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8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1F9565-9EE8-3B30-8304-149F7767B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1FBC724-F94D-0F3E-5E96-6EE6B2B4F9D9}"/>
              </a:ext>
            </a:extLst>
          </p:cNvPr>
          <p:cNvSpPr txBox="1">
            <a:spLocks/>
          </p:cNvSpPr>
          <p:nvPr/>
        </p:nvSpPr>
        <p:spPr>
          <a:xfrm>
            <a:off x="6384699" y="100266"/>
            <a:ext cx="3364991" cy="7865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CD8720-BD22-4D76-F0A7-4559A5DA97A0}"/>
              </a:ext>
            </a:extLst>
          </p:cNvPr>
          <p:cNvSpPr txBox="1">
            <a:spLocks/>
          </p:cNvSpPr>
          <p:nvPr/>
        </p:nvSpPr>
        <p:spPr>
          <a:xfrm>
            <a:off x="1937618" y="2470324"/>
            <a:ext cx="3364991" cy="7865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421BCA3-00F3-894B-69DF-EFEB594B0213}"/>
              </a:ext>
            </a:extLst>
          </p:cNvPr>
          <p:cNvSpPr txBox="1">
            <a:spLocks/>
          </p:cNvSpPr>
          <p:nvPr/>
        </p:nvSpPr>
        <p:spPr>
          <a:xfrm>
            <a:off x="6384699" y="1855986"/>
            <a:ext cx="4969101" cy="1775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21372078-CB0A-6466-98D5-8106F1AF7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5709" y="1080068"/>
            <a:ext cx="3772186" cy="1551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content that increases watch 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audience engagement (likes &amp; comments)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high-performing categories and regions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predictions to plan upload strategy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3467FAE-AEAB-C113-35F7-496B16F5EAF6}"/>
              </a:ext>
            </a:extLst>
          </p:cNvPr>
          <p:cNvSpPr txBox="1">
            <a:spLocks/>
          </p:cNvSpPr>
          <p:nvPr/>
        </p:nvSpPr>
        <p:spPr>
          <a:xfrm>
            <a:off x="6645709" y="2496810"/>
            <a:ext cx="3364991" cy="7865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lang="en-IN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AAF9A15-0C6D-F219-45AB-F91F1CB8C55A}"/>
              </a:ext>
            </a:extLst>
          </p:cNvPr>
          <p:cNvSpPr txBox="1">
            <a:spLocks/>
          </p:cNvSpPr>
          <p:nvPr/>
        </p:nvSpPr>
        <p:spPr>
          <a:xfrm>
            <a:off x="1937618" y="3450765"/>
            <a:ext cx="5064488" cy="1662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builds a machine learning system to predict YouTube ad revenue and provide actionable insights for content monetization.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 makes predictions and analytics easily accessible.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F8F3D8D0-F4A9-C9E8-98D8-D4A59478339D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6774758" y="3531590"/>
            <a:ext cx="2815194" cy="1167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data integration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deep learning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revenue forecasting over time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user authentication to app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13FC2CA-26E2-A57E-DD3B-45D959EFB311}"/>
              </a:ext>
            </a:extLst>
          </p:cNvPr>
          <p:cNvSpPr txBox="1">
            <a:spLocks/>
          </p:cNvSpPr>
          <p:nvPr/>
        </p:nvSpPr>
        <p:spPr>
          <a:xfrm>
            <a:off x="1949859" y="100266"/>
            <a:ext cx="3364991" cy="78658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68EAC57E-1801-CD18-104A-5E01339FA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7618" y="1144406"/>
            <a:ext cx="3754939" cy="1551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lphaL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4572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lphaLcParenR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and watch time strongly influence revenue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metrics improve monetization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 base supports stable earnings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category, device, and country impact CPM</a:t>
            </a:r>
          </a:p>
        </p:txBody>
      </p:sp>
    </p:spTree>
    <p:extLst>
      <p:ext uri="{BB962C8B-B14F-4D97-AF65-F5344CB8AC3E}">
        <p14:creationId xmlns:p14="http://schemas.microsoft.com/office/powerpoint/2010/main" val="70401573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{88B2F60C-CE73-4579-8008-049B770B1333}tf11964407_win32</Template>
  <TotalTime>1020</TotalTime>
  <Words>743</Words>
  <Application>Microsoft Office PowerPoint</Application>
  <PresentationFormat>Widescreen</PresentationFormat>
  <Paragraphs>164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Gill Sans Nova Light</vt:lpstr>
      <vt:lpstr>Sagona Book</vt:lpstr>
      <vt:lpstr>Times New Roman</vt:lpstr>
      <vt:lpstr>Custom</vt:lpstr>
      <vt:lpstr>Content Monetization Modeler YouTube Ad Revenue Prediction Using Machine Learning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</dc:creator>
  <cp:lastModifiedBy>Author</cp:lastModifiedBy>
  <cp:revision>3</cp:revision>
  <dcterms:created xsi:type="dcterms:W3CDTF">2025-12-03T09:30:32Z</dcterms:created>
  <dcterms:modified xsi:type="dcterms:W3CDTF">2026-02-05T05:06:39Z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